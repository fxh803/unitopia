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9BAFD-12EC-B436-6E7B-9CA41ECAA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C9961B-6CFB-0226-71E4-C1476D17D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769B7-4272-7405-16E4-98736472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64A1E-92A6-6632-059B-ABB85787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E14BD-7926-CE2E-57DA-DE079E72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5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E69E5-8EA1-DF29-F470-839A2866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7D140-960F-D733-0A7E-B4CD871C9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20167-87F2-960F-7016-5325D96F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EDFB51-E490-7F8F-A080-4733AB35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C0A791-285F-85CC-B611-1BCF5B7A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7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B303D-2934-F53E-CFF4-65FF928B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64683-2BFA-4852-8934-E9B59FB7D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86E95-7AFA-21B9-CCE9-A3294757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7D6893-3992-4733-E27A-2E5411D3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7CB15-CFFC-4F4C-D5D8-B813761F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13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9339B-918A-B572-A2F1-210CDB8E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5740B-02A8-8C31-6A04-0B5D08EC5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85C4B3-44D9-F01B-C22D-103A49796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0D7086-A9FF-FCD2-D720-66F1E1A0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BF5FFC-FBCA-D0DC-9323-73504F6D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11C344-E4A9-9345-38DA-9243E1F2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9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579BE-CBD7-EFD0-ED95-46D90CBF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D4553-DAA2-06DA-AF33-148DB53E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BA2594-3944-D568-6CE9-04B425D0F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AB5E11-3F7F-E542-D04C-8A468BD2B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8F848C-BB72-FDC2-4C32-23A3FD332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607709-FE5B-5289-44AE-1F79873D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B29731-BFDE-1FE5-00B0-5C37FFAC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A4E4DC-B5BD-82FA-7C79-9561C7C5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7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147D7-6CA7-504F-2E02-43EC895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EA18DF-9C1B-9BFE-B722-3BE83BD1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FA0F98-8E59-62A3-5E02-21FC4ED7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C478D0-653A-28B0-42A4-4137A976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4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69534A-875B-E599-68E8-CF63D9AC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63D82C-7E8D-649F-36C2-F562E5F1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12C45-F2BA-B2FF-D9B6-C707DB70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93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50FA8-1D1E-3167-D1AA-E6352C11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EF0366-A3AF-8983-2E9B-A72C319A9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8174F7-5AED-C5BB-A143-609DF7447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249E0D-EEC1-7B98-6EFF-F04C22C4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C4E382-43D8-47CA-C547-067E8E1E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0E77E8-E3F3-2A8C-B801-CDC7A697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20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B571B-19EB-6B4E-D00D-5485B92D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2B5070-32DA-6FAF-9D33-422E6B889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57AAB8-C178-4DB9-D643-1F9EEEA46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B4305F-6B20-5D40-E06A-216A5777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555DE7-4E43-B2BE-434D-C5FC4F5E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1B7ED9-8082-369D-2C91-1BC700EF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12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29C0C-AFD2-477B-1BA3-ABA66589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69D1D5-09E3-0C58-2D0F-6DA6EF23F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B432CA-235E-70A7-7310-55766240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CE3AB-2879-5024-9F64-C8E319B6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BE2C-D430-F88A-ADCF-724EA4D3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03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C96ADD-9273-5273-6407-3CD0F53D7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A1A53D-9513-35B4-3A7C-71505B71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CFEA31-1B00-F1E0-CB10-B60A08182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3CB0C-C636-92A0-7093-86203653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EA43B-77B7-D93D-A5AF-4B191F97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9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612B23-9119-40CE-50B9-00A32905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89A19E-B2F4-75F0-3207-2CA68263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AFA07-A882-CDFA-D298-A033E7019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36DD5-5B6B-484F-AE6C-25C0B82DAFB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40654-B2D6-89BA-82B3-BF652B9F4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6D05B-044E-218B-7504-96E835A98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644AA-34D0-41F5-8F38-08469AF11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07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175.178.152.10:2616/segmentPoint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0CE1-CED7-8B6C-EDCB-C5DD5FFB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E3077C-505D-FBD9-80F2-E2183A0F0654}"/>
              </a:ext>
            </a:extLst>
          </p:cNvPr>
          <p:cNvSpPr txBox="1"/>
          <p:nvPr/>
        </p:nvSpPr>
        <p:spPr>
          <a:xfrm>
            <a:off x="439615" y="404446"/>
            <a:ext cx="2004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运行架构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726A0A9-67AE-92B8-6C39-4D5D1A9EC487}"/>
              </a:ext>
            </a:extLst>
          </p:cNvPr>
          <p:cNvSpPr/>
          <p:nvPr/>
        </p:nvSpPr>
        <p:spPr>
          <a:xfrm>
            <a:off x="5924550" y="1093694"/>
            <a:ext cx="5838210" cy="3502498"/>
          </a:xfrm>
          <a:prstGeom prst="roundRect">
            <a:avLst>
              <a:gd name="adj" fmla="val 928"/>
            </a:avLst>
          </a:prstGeom>
          <a:solidFill>
            <a:srgbClr val="F8F8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83F0B9E-F447-8185-B484-4F6D22834210}"/>
              </a:ext>
            </a:extLst>
          </p:cNvPr>
          <p:cNvSpPr/>
          <p:nvPr/>
        </p:nvSpPr>
        <p:spPr>
          <a:xfrm>
            <a:off x="6191250" y="2536650"/>
            <a:ext cx="5370591" cy="581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102F8C-2A1A-3FDA-3BCB-1D05D6DAF283}"/>
              </a:ext>
            </a:extLst>
          </p:cNvPr>
          <p:cNvSpPr/>
          <p:nvPr/>
        </p:nvSpPr>
        <p:spPr>
          <a:xfrm>
            <a:off x="6619511" y="3824537"/>
            <a:ext cx="1486628" cy="581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7CED62-97E2-058A-DF15-EEC4FB5F739A}"/>
              </a:ext>
            </a:extLst>
          </p:cNvPr>
          <p:cNvSpPr/>
          <p:nvPr/>
        </p:nvSpPr>
        <p:spPr>
          <a:xfrm>
            <a:off x="6158359" y="1368237"/>
            <a:ext cx="5370591" cy="54568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系统前端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7B1EC0-CDA9-DED9-897D-13FEBD6205F4}"/>
              </a:ext>
            </a:extLst>
          </p:cNvPr>
          <p:cNvSpPr/>
          <p:nvPr/>
        </p:nvSpPr>
        <p:spPr>
          <a:xfrm>
            <a:off x="9087383" y="3824535"/>
            <a:ext cx="2037551" cy="58173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其他服务（如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14B5E73-6E72-7968-C0FD-20300216A955}"/>
              </a:ext>
            </a:extLst>
          </p:cNvPr>
          <p:cNvCxnSpPr>
            <a:cxnSpLocks/>
          </p:cNvCxnSpPr>
          <p:nvPr/>
        </p:nvCxnSpPr>
        <p:spPr>
          <a:xfrm flipV="1">
            <a:off x="10134040" y="3120475"/>
            <a:ext cx="0" cy="70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903353A-7273-7630-156D-8A7DC5EE91CA}"/>
              </a:ext>
            </a:extLst>
          </p:cNvPr>
          <p:cNvCxnSpPr>
            <a:cxnSpLocks/>
          </p:cNvCxnSpPr>
          <p:nvPr/>
        </p:nvCxnSpPr>
        <p:spPr>
          <a:xfrm>
            <a:off x="10016378" y="3191435"/>
            <a:ext cx="0" cy="63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7C2A579-FC7E-02A2-1A7F-E9447A6B8A5F}"/>
              </a:ext>
            </a:extLst>
          </p:cNvPr>
          <p:cNvSpPr txBox="1"/>
          <p:nvPr/>
        </p:nvSpPr>
        <p:spPr>
          <a:xfrm>
            <a:off x="439615" y="1438275"/>
            <a:ext cx="5067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系统代码（前后端）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https://github.com/fxh803/unitopia_2.0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6086A09-3890-BD88-35B5-B164087336CD}"/>
              </a:ext>
            </a:extLst>
          </p:cNvPr>
          <p:cNvSpPr txBox="1"/>
          <p:nvPr/>
        </p:nvSpPr>
        <p:spPr>
          <a:xfrm>
            <a:off x="485540" y="2710334"/>
            <a:ext cx="5067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运行库代码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https://github.com/fxh803/unitopia-lib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41F4FA67-CC9B-3894-E91D-EF0FA010A6B4}"/>
              </a:ext>
            </a:extLst>
          </p:cNvPr>
          <p:cNvSpPr/>
          <p:nvPr/>
        </p:nvSpPr>
        <p:spPr>
          <a:xfrm>
            <a:off x="5800725" y="4991842"/>
            <a:ext cx="5857875" cy="1123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星形: 五角 55">
            <a:extLst>
              <a:ext uri="{FF2B5EF4-FFF2-40B4-BE49-F238E27FC236}">
                <a16:creationId xmlns:a16="http://schemas.microsoft.com/office/drawing/2014/main" id="{AC94D1CE-D334-3760-E30F-316FC80CEFF3}"/>
              </a:ext>
            </a:extLst>
          </p:cNvPr>
          <p:cNvSpPr/>
          <p:nvPr/>
        </p:nvSpPr>
        <p:spPr>
          <a:xfrm>
            <a:off x="11241836" y="4723700"/>
            <a:ext cx="683463" cy="619125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CEE9C95-2646-3DC0-8B29-C47976B8C0A0}"/>
              </a:ext>
            </a:extLst>
          </p:cNvPr>
          <p:cNvSpPr txBox="1"/>
          <p:nvPr/>
        </p:nvSpPr>
        <p:spPr>
          <a:xfrm>
            <a:off x="6267187" y="5092926"/>
            <a:ext cx="4857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后端的作用是将前端交互的东西转化为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运行库的输入，放在一个文件夹。包括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Mark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等资源。然后运行库返回结果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AC9C153-1AE6-F1EB-F229-B47EA8F2832F}"/>
              </a:ext>
            </a:extLst>
          </p:cNvPr>
          <p:cNvSpPr txBox="1"/>
          <p:nvPr/>
        </p:nvSpPr>
        <p:spPr>
          <a:xfrm>
            <a:off x="8300729" y="2612544"/>
            <a:ext cx="115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系统后端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117D977-995E-DC33-B916-81B28AE3C212}"/>
              </a:ext>
            </a:extLst>
          </p:cNvPr>
          <p:cNvCxnSpPr>
            <a:cxnSpLocks/>
          </p:cNvCxnSpPr>
          <p:nvPr/>
        </p:nvCxnSpPr>
        <p:spPr>
          <a:xfrm flipV="1">
            <a:off x="7403540" y="3120475"/>
            <a:ext cx="0" cy="70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4D4C00D9-1AC1-C876-435B-EAA1B5E4CCBF}"/>
              </a:ext>
            </a:extLst>
          </p:cNvPr>
          <p:cNvCxnSpPr>
            <a:cxnSpLocks/>
          </p:cNvCxnSpPr>
          <p:nvPr/>
        </p:nvCxnSpPr>
        <p:spPr>
          <a:xfrm>
            <a:off x="7285878" y="3191435"/>
            <a:ext cx="0" cy="63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DD934DE1-8FF5-CAE1-46E5-C18B17849AA6}"/>
              </a:ext>
            </a:extLst>
          </p:cNvPr>
          <p:cNvCxnSpPr>
            <a:cxnSpLocks/>
          </p:cNvCxnSpPr>
          <p:nvPr/>
        </p:nvCxnSpPr>
        <p:spPr>
          <a:xfrm flipV="1">
            <a:off x="8914840" y="1972235"/>
            <a:ext cx="0" cy="506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59621A61-A99F-357B-936C-4412E18867C5}"/>
              </a:ext>
            </a:extLst>
          </p:cNvPr>
          <p:cNvCxnSpPr>
            <a:cxnSpLocks/>
          </p:cNvCxnSpPr>
          <p:nvPr/>
        </p:nvCxnSpPr>
        <p:spPr>
          <a:xfrm>
            <a:off x="8797178" y="1972235"/>
            <a:ext cx="0" cy="50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06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268A72-B6CE-81E6-59FC-A8BFABA48103}"/>
              </a:ext>
            </a:extLst>
          </p:cNvPr>
          <p:cNvSpPr txBox="1"/>
          <p:nvPr/>
        </p:nvSpPr>
        <p:spPr>
          <a:xfrm>
            <a:off x="439616" y="404446"/>
            <a:ext cx="225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Unitopia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-lib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7D76FB-A1C6-B521-881D-B6FD375CC316}"/>
              </a:ext>
            </a:extLst>
          </p:cNvPr>
          <p:cNvSpPr txBox="1"/>
          <p:nvPr/>
        </p:nvSpPr>
        <p:spPr>
          <a:xfrm>
            <a:off x="1264024" y="1484692"/>
            <a:ext cx="6320117" cy="38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 err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unitopia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源码文件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一个可执行的例子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collage_config_zh.md(</a:t>
            </a:r>
            <a:r>
              <a:rPr lang="en-US" altLang="zh-CN" b="1" dirty="0" err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配置详情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README.md(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整体的使用文档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setup.py(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安装入口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713BE7-2E02-CA32-71A6-8337B1747683}"/>
              </a:ext>
            </a:extLst>
          </p:cNvPr>
          <p:cNvSpPr txBox="1"/>
          <p:nvPr/>
        </p:nvSpPr>
        <p:spPr>
          <a:xfrm>
            <a:off x="3011365" y="389792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文件目录</a:t>
            </a:r>
          </a:p>
        </p:txBody>
      </p:sp>
    </p:spTree>
    <p:extLst>
      <p:ext uri="{BB962C8B-B14F-4D97-AF65-F5344CB8AC3E}">
        <p14:creationId xmlns:p14="http://schemas.microsoft.com/office/powerpoint/2010/main" val="243376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6F42-3C36-5A5B-7C0E-2958B38B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6759C2C-D021-1F34-EDFD-D104C85F19CE}"/>
              </a:ext>
            </a:extLst>
          </p:cNvPr>
          <p:cNvSpPr/>
          <p:nvPr/>
        </p:nvSpPr>
        <p:spPr>
          <a:xfrm>
            <a:off x="5897142" y="5630008"/>
            <a:ext cx="5857875" cy="11232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FB6E7D-ADED-3E01-E2FC-71A090B48DDD}"/>
              </a:ext>
            </a:extLst>
          </p:cNvPr>
          <p:cNvSpPr txBox="1"/>
          <p:nvPr/>
        </p:nvSpPr>
        <p:spPr>
          <a:xfrm>
            <a:off x="439616" y="404446"/>
            <a:ext cx="2122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Unitopia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-lib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88286F-B41B-41AF-23EB-9126F0614E91}"/>
              </a:ext>
            </a:extLst>
          </p:cNvPr>
          <p:cNvSpPr txBox="1"/>
          <p:nvPr/>
        </p:nvSpPr>
        <p:spPr>
          <a:xfrm>
            <a:off x="3011365" y="389792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安装与使用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1E0A5B-96F2-1AAD-9EDC-CE5FEDE589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676"/>
          <a:stretch>
            <a:fillRect/>
          </a:stretch>
        </p:blipFill>
        <p:spPr>
          <a:xfrm>
            <a:off x="588261" y="2491325"/>
            <a:ext cx="3947930" cy="1556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06698C-BA70-3E47-CB4C-7C6E0527B8FA}"/>
              </a:ext>
            </a:extLst>
          </p:cNvPr>
          <p:cNvSpPr txBox="1"/>
          <p:nvPr/>
        </p:nvSpPr>
        <p:spPr>
          <a:xfrm>
            <a:off x="395552" y="2019300"/>
            <a:ext cx="357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详情看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README.md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6CBD15-3A9B-652D-C07D-789B2534B8E9}"/>
              </a:ext>
            </a:extLst>
          </p:cNvPr>
          <p:cNvSpPr txBox="1"/>
          <p:nvPr/>
        </p:nvSpPr>
        <p:spPr>
          <a:xfrm>
            <a:off x="323850" y="1494052"/>
            <a:ext cx="485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与使用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323D4A-992F-29F1-6C30-7E6C0E47BD83}"/>
              </a:ext>
            </a:extLst>
          </p:cNvPr>
          <p:cNvSpPr txBox="1"/>
          <p:nvPr/>
        </p:nvSpPr>
        <p:spPr>
          <a:xfrm>
            <a:off x="6438637" y="2019300"/>
            <a:ext cx="357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详情看</a:t>
            </a:r>
            <a:r>
              <a:rPr lang="en-US" altLang="zh-CN" b="1" dirty="0"/>
              <a:t>collage_config_zh.md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9E262FA-90AA-7FCD-CF68-7ED6F6364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01" y="4376270"/>
            <a:ext cx="3959266" cy="145959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D17A86F-77D4-4F2D-FACB-0D58B619B862}"/>
              </a:ext>
            </a:extLst>
          </p:cNvPr>
          <p:cNvSpPr txBox="1"/>
          <p:nvPr/>
        </p:nvSpPr>
        <p:spPr>
          <a:xfrm>
            <a:off x="5829299" y="1494052"/>
            <a:ext cx="3571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7327980-0D40-6D9E-C6FF-8C637AA48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37" y="2427433"/>
            <a:ext cx="4974650" cy="303920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A2E32BE-FFC8-0E19-8857-DE6880F18D72}"/>
              </a:ext>
            </a:extLst>
          </p:cNvPr>
          <p:cNvSpPr txBox="1"/>
          <p:nvPr/>
        </p:nvSpPr>
        <p:spPr>
          <a:xfrm>
            <a:off x="6363604" y="5731092"/>
            <a:ext cx="4857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如果只是要对系统上的功能进行修改，不修改跟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collage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相关的逻辑。那么就不用动这个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Unitopia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-lib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，只安装就行。</a:t>
            </a:r>
          </a:p>
        </p:txBody>
      </p:sp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28426170-4A4E-7170-EACF-6131FD062B04}"/>
              </a:ext>
            </a:extLst>
          </p:cNvPr>
          <p:cNvSpPr/>
          <p:nvPr/>
        </p:nvSpPr>
        <p:spPr>
          <a:xfrm>
            <a:off x="11413286" y="5466641"/>
            <a:ext cx="683463" cy="619125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DD679E-20EC-8B39-ACFD-2EA0BDAF5E39}"/>
              </a:ext>
            </a:extLst>
          </p:cNvPr>
          <p:cNvSpPr txBox="1"/>
          <p:nvPr/>
        </p:nvSpPr>
        <p:spPr>
          <a:xfrm>
            <a:off x="2312769" y="4006938"/>
            <a:ext cx="177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5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6BF0-9299-79AC-A111-14D140F1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1051D3D-2C2E-8893-AA60-8A0AD54254B3}"/>
              </a:ext>
            </a:extLst>
          </p:cNvPr>
          <p:cNvSpPr txBox="1"/>
          <p:nvPr/>
        </p:nvSpPr>
        <p:spPr>
          <a:xfrm>
            <a:off x="1515037" y="1475728"/>
            <a:ext cx="6447864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client(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一些例子的材料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server(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服务接口，其他代码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clone https://github.com/facebookresearch/sam2.git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E61A45-E46E-65C4-27D5-4D9ECBF393C3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51CFD5-9971-E65B-36E5-9D05A1358235}"/>
              </a:ext>
            </a:extLst>
          </p:cNvPr>
          <p:cNvSpPr txBox="1"/>
          <p:nvPr/>
        </p:nvSpPr>
        <p:spPr>
          <a:xfrm>
            <a:off x="3011365" y="389792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文件目录</a:t>
            </a:r>
          </a:p>
        </p:txBody>
      </p:sp>
    </p:spTree>
    <p:extLst>
      <p:ext uri="{BB962C8B-B14F-4D97-AF65-F5344CB8AC3E}">
        <p14:creationId xmlns:p14="http://schemas.microsoft.com/office/powerpoint/2010/main" val="298259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47F2-39A4-295A-EB7E-F1BE5243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8BDFF3-2980-65D4-96DE-1C998C79F660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96BA00-CBF8-DC84-A982-C993F7F6E67F}"/>
              </a:ext>
            </a:extLst>
          </p:cNvPr>
          <p:cNvSpPr txBox="1"/>
          <p:nvPr/>
        </p:nvSpPr>
        <p:spPr>
          <a:xfrm>
            <a:off x="3011365" y="389792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——Client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C098EA-636E-39D2-30F7-14F6A7284BDE}"/>
              </a:ext>
            </a:extLst>
          </p:cNvPr>
          <p:cNvSpPr/>
          <p:nvPr/>
        </p:nvSpPr>
        <p:spPr>
          <a:xfrm>
            <a:off x="777630" y="1978328"/>
            <a:ext cx="2024186" cy="79842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静态文件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 err="1">
                <a:solidFill>
                  <a:schemeClr val="tx1"/>
                </a:solidFill>
              </a:rPr>
              <a:t>pubilc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FB9F17-68E0-1D84-4CCD-D728634BF428}"/>
              </a:ext>
            </a:extLst>
          </p:cNvPr>
          <p:cNvSpPr/>
          <p:nvPr/>
        </p:nvSpPr>
        <p:spPr>
          <a:xfrm>
            <a:off x="777630" y="3282827"/>
            <a:ext cx="2024186" cy="79842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源码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 err="1">
                <a:solidFill>
                  <a:schemeClr val="tx1"/>
                </a:solidFill>
              </a:rPr>
              <a:t>src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23A48A-E3D3-D0F7-28CE-575291BF1DD6}"/>
              </a:ext>
            </a:extLst>
          </p:cNvPr>
          <p:cNvSpPr/>
          <p:nvPr/>
        </p:nvSpPr>
        <p:spPr>
          <a:xfrm>
            <a:off x="4330454" y="2897276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编辑系统</a:t>
            </a:r>
            <a:r>
              <a:rPr lang="en-US" altLang="zh-CN" sz="1600" dirty="0">
                <a:solidFill>
                  <a:schemeClr val="tx1"/>
                </a:solidFill>
              </a:rPr>
              <a:t>editor</a:t>
            </a:r>
            <a:r>
              <a:rPr lang="zh-CN" altLang="en-US" sz="1600" dirty="0">
                <a:solidFill>
                  <a:schemeClr val="tx1"/>
                </a:solidFill>
              </a:rPr>
              <a:t>视图类的逻辑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/components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E3C770-DC56-B3D7-2097-EA2723C76742}"/>
              </a:ext>
            </a:extLst>
          </p:cNvPr>
          <p:cNvSpPr/>
          <p:nvPr/>
        </p:nvSpPr>
        <p:spPr>
          <a:xfrm>
            <a:off x="4330454" y="3830584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状态和内部逻辑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/stores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513B21-54B0-84B2-4609-0F132AEAA0AA}"/>
              </a:ext>
            </a:extLst>
          </p:cNvPr>
          <p:cNvSpPr/>
          <p:nvPr/>
        </p:nvSpPr>
        <p:spPr>
          <a:xfrm>
            <a:off x="4330454" y="4763892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整个的系统页面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/pages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EDDF83E0-5300-62A5-90AB-0C5E10130B6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2801816" y="3257276"/>
            <a:ext cx="1528638" cy="4247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3E56C81-526F-4586-89DE-F7669EC23928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2801816" y="3682039"/>
            <a:ext cx="1528638" cy="5085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46E1B1FD-3576-E7C4-E1D7-87681DA976B1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2801816" y="3682039"/>
            <a:ext cx="1528638" cy="14418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CC760F1-E4B6-BF56-6F83-4C15306DF33F}"/>
              </a:ext>
            </a:extLst>
          </p:cNvPr>
          <p:cNvSpPr/>
          <p:nvPr/>
        </p:nvSpPr>
        <p:spPr>
          <a:xfrm>
            <a:off x="4330454" y="5741519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与后端的</a:t>
            </a:r>
            <a:r>
              <a:rPr lang="en-US" altLang="zh-CN" sz="16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composables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server.ts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7DDC0F7A-1545-3F65-7991-AF1BEA55BF76}"/>
              </a:ext>
            </a:extLst>
          </p:cNvPr>
          <p:cNvCxnSpPr>
            <a:cxnSpLocks/>
            <a:stCxn id="16" idx="3"/>
            <a:endCxn id="28" idx="1"/>
          </p:cNvCxnSpPr>
          <p:nvPr/>
        </p:nvCxnSpPr>
        <p:spPr>
          <a:xfrm>
            <a:off x="2801816" y="3682039"/>
            <a:ext cx="1528638" cy="24194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B5884975-A9B4-FD47-261F-59D0C186102E}"/>
              </a:ext>
            </a:extLst>
          </p:cNvPr>
          <p:cNvSpPr/>
          <p:nvPr/>
        </p:nvSpPr>
        <p:spPr>
          <a:xfrm>
            <a:off x="4330454" y="1846164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大体的样式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/styles/main.css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E2780CAD-76BF-146F-469A-A4E14D6ABD57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 flipV="1">
            <a:off x="2801816" y="2206164"/>
            <a:ext cx="1528638" cy="1475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B5A9A151-5132-4746-C625-221A485822F2}"/>
              </a:ext>
            </a:extLst>
          </p:cNvPr>
          <p:cNvSpPr/>
          <p:nvPr/>
        </p:nvSpPr>
        <p:spPr>
          <a:xfrm>
            <a:off x="4330454" y="927440"/>
            <a:ext cx="2810575" cy="72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非编辑系统的视图类的逻辑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src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en-US" altLang="zh-CN" sz="1600" dirty="0" err="1">
                <a:solidFill>
                  <a:schemeClr val="tx1"/>
                </a:solidFill>
              </a:rPr>
              <a:t>otherComponents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3568FAD5-16D9-F04B-BCD4-0247BA7123BA}"/>
              </a:ext>
            </a:extLst>
          </p:cNvPr>
          <p:cNvCxnSpPr>
            <a:cxnSpLocks/>
            <a:stCxn id="16" idx="3"/>
            <a:endCxn id="54" idx="1"/>
          </p:cNvCxnSpPr>
          <p:nvPr/>
        </p:nvCxnSpPr>
        <p:spPr>
          <a:xfrm flipV="1">
            <a:off x="2801816" y="1287440"/>
            <a:ext cx="1528638" cy="23945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5DBE9BFF-B726-ED22-3309-669E76F26E6B}"/>
              </a:ext>
            </a:extLst>
          </p:cNvPr>
          <p:cNvSpPr txBox="1"/>
          <p:nvPr/>
        </p:nvSpPr>
        <p:spPr>
          <a:xfrm>
            <a:off x="7226754" y="3067383"/>
            <a:ext cx="3756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主要是视图类逻辑，有时候一些非视图的逻辑为了方便可能也写在这里。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D32BBD7-8F30-D653-8520-9183E462056B}"/>
              </a:ext>
            </a:extLst>
          </p:cNvPr>
          <p:cNvSpPr txBox="1"/>
          <p:nvPr/>
        </p:nvSpPr>
        <p:spPr>
          <a:xfrm>
            <a:off x="7141029" y="4152112"/>
            <a:ext cx="3756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大部分内部逻辑以及状态存储应该都在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stores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这个位置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386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9679-AF6C-DDD2-67EF-B6F49ACF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CFD92ED-BA9D-3A6C-9F99-3A2B1E39545F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6EDA6C-36E6-E6EB-856D-1ED780F2968B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4ED4BC-B05B-A8DC-3311-E229B2D0D7DC}"/>
              </a:ext>
            </a:extLst>
          </p:cNvPr>
          <p:cNvSpPr txBox="1"/>
          <p:nvPr/>
        </p:nvSpPr>
        <p:spPr>
          <a:xfrm>
            <a:off x="439615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BackgroundUploader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615D16-B466-6842-73AC-FCDB3854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21" y="1388343"/>
            <a:ext cx="5649686" cy="250234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BA30A86A-94C2-BFD3-356D-7F9B65DAA71E}"/>
              </a:ext>
            </a:extLst>
          </p:cNvPr>
          <p:cNvSpPr/>
          <p:nvPr/>
        </p:nvSpPr>
        <p:spPr>
          <a:xfrm>
            <a:off x="1672263" y="3429000"/>
            <a:ext cx="251011" cy="2599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4701C9C-119A-7EB4-07E3-8B6C86DE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3" y="1388342"/>
            <a:ext cx="5649686" cy="25023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861F83A-A90E-0DCB-31B4-5F43889AAD76}"/>
              </a:ext>
            </a:extLst>
          </p:cNvPr>
          <p:cNvSpPr txBox="1"/>
          <p:nvPr/>
        </p:nvSpPr>
        <p:spPr>
          <a:xfrm>
            <a:off x="6275293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CanvasArea.vue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20FD6EE-DAE4-19EB-704C-BBB800C7E539}"/>
              </a:ext>
            </a:extLst>
          </p:cNvPr>
          <p:cNvSpPr/>
          <p:nvPr/>
        </p:nvSpPr>
        <p:spPr>
          <a:xfrm>
            <a:off x="7673788" y="1498600"/>
            <a:ext cx="4251191" cy="2392082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B26745-1B79-45F3-F8D6-826F4019D763}"/>
              </a:ext>
            </a:extLst>
          </p:cNvPr>
          <p:cNvSpPr txBox="1"/>
          <p:nvPr/>
        </p:nvSpPr>
        <p:spPr>
          <a:xfrm>
            <a:off x="267020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CategoricalColorEditor.vue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1E773A9-7B24-2650-EF47-02C73E64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20" y="4353004"/>
            <a:ext cx="5308600" cy="2504996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D81D53F-3BB9-5007-8652-35D5501B5EE8}"/>
              </a:ext>
            </a:extLst>
          </p:cNvPr>
          <p:cNvSpPr/>
          <p:nvPr/>
        </p:nvSpPr>
        <p:spPr>
          <a:xfrm>
            <a:off x="1672263" y="4770162"/>
            <a:ext cx="1133690" cy="548161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558EC37-425A-B9ED-F74C-EFBA4059E4E2}"/>
              </a:ext>
            </a:extLst>
          </p:cNvPr>
          <p:cNvSpPr txBox="1"/>
          <p:nvPr/>
        </p:nvSpPr>
        <p:spPr>
          <a:xfrm>
            <a:off x="6275293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ClosePathConfirm.vue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73BD5794-7572-BDD6-3FB1-30D826694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94" y="4256345"/>
            <a:ext cx="5649685" cy="2698313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DCE1034-2828-36AD-0CC7-17849FFA3F5A}"/>
              </a:ext>
            </a:extLst>
          </p:cNvPr>
          <p:cNvSpPr/>
          <p:nvPr/>
        </p:nvSpPr>
        <p:spPr>
          <a:xfrm>
            <a:off x="9410700" y="5318323"/>
            <a:ext cx="622300" cy="307777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92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0979-D1E0-FD2C-C184-422067F9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7BF7F6B-AD5F-CF1C-39E2-29485DF70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554" y="1414393"/>
            <a:ext cx="5261163" cy="24963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BFF122-37BF-ACBF-93D7-37B5137D7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19" y="1398354"/>
            <a:ext cx="5273867" cy="25023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4DD03F-1120-BF20-EDDF-C06DBEF9449D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637AE9-4F20-042D-9175-A7E84D5C5AFA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245F4C-720B-0AC7-FE93-193CD267F3BC}"/>
              </a:ext>
            </a:extLst>
          </p:cNvPr>
          <p:cNvSpPr txBox="1"/>
          <p:nvPr/>
        </p:nvSpPr>
        <p:spPr>
          <a:xfrm>
            <a:off x="439615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CollageSeriesPanel.vue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24B78E7-1873-B0BC-3D66-D7A5FB64B73A}"/>
              </a:ext>
            </a:extLst>
          </p:cNvPr>
          <p:cNvSpPr/>
          <p:nvPr/>
        </p:nvSpPr>
        <p:spPr>
          <a:xfrm>
            <a:off x="4821863" y="1501140"/>
            <a:ext cx="719023" cy="24095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46B291-F802-8B10-5DB8-DC06DCA1FA1D}"/>
              </a:ext>
            </a:extLst>
          </p:cNvPr>
          <p:cNvSpPr txBox="1"/>
          <p:nvPr/>
        </p:nvSpPr>
        <p:spPr>
          <a:xfrm>
            <a:off x="6275293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ColorPicker.vue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278A607-A8B0-7476-EB22-4D98099AAC15}"/>
              </a:ext>
            </a:extLst>
          </p:cNvPr>
          <p:cNvSpPr/>
          <p:nvPr/>
        </p:nvSpPr>
        <p:spPr>
          <a:xfrm>
            <a:off x="8051799" y="2324100"/>
            <a:ext cx="228601" cy="241300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EE2954F-7CF9-23CE-C7AC-4A4567169BEB}"/>
              </a:ext>
            </a:extLst>
          </p:cNvPr>
          <p:cNvSpPr txBox="1"/>
          <p:nvPr/>
        </p:nvSpPr>
        <p:spPr>
          <a:xfrm>
            <a:off x="267020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ContainerToolbar.vue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0666F69-EFFB-04E5-B741-F6B6775C1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20" y="4353004"/>
            <a:ext cx="5308600" cy="2504996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CD8D003-C7C0-F409-84EB-8CAFA29E5818}"/>
              </a:ext>
            </a:extLst>
          </p:cNvPr>
          <p:cNvSpPr/>
          <p:nvPr/>
        </p:nvSpPr>
        <p:spPr>
          <a:xfrm>
            <a:off x="2857500" y="5351929"/>
            <a:ext cx="279401" cy="1255059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4F2AE5-C8D9-4D80-4DA4-E4445BEC9576}"/>
              </a:ext>
            </a:extLst>
          </p:cNvPr>
          <p:cNvSpPr txBox="1"/>
          <p:nvPr/>
        </p:nvSpPr>
        <p:spPr>
          <a:xfrm>
            <a:off x="6275293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DataSection.vue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A58EC25-631B-4039-C469-C605BDFEC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294" y="4256345"/>
            <a:ext cx="5649685" cy="2698313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93B90CD-0CE6-2837-D8AF-1A44E4B0F11A}"/>
              </a:ext>
            </a:extLst>
          </p:cNvPr>
          <p:cNvSpPr/>
          <p:nvPr/>
        </p:nvSpPr>
        <p:spPr>
          <a:xfrm>
            <a:off x="6275293" y="4397200"/>
            <a:ext cx="1362636" cy="1196776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3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42BD-EA6A-9BEC-849C-863BCB13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A7E5CDAD-D4D4-65AD-3AE6-690FDE71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860" y="4307841"/>
            <a:ext cx="5242847" cy="24903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56F4DA9-F62F-2BE3-8500-AB182226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33" y="4208709"/>
            <a:ext cx="5369446" cy="25476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9C0DF6-412F-FAAF-823A-301BFC713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20" y="1375959"/>
            <a:ext cx="5369859" cy="24136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87483B-5DBF-4E84-5E07-4F6C6F99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860" y="1375959"/>
            <a:ext cx="5369859" cy="25506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F42BF26-8F10-3093-9130-C897EC30344A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54CF49-C7AE-2746-7A02-BD2DAB92AF11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54197E-7102-09CF-833C-ADF957B53569}"/>
              </a:ext>
            </a:extLst>
          </p:cNvPr>
          <p:cNvSpPr txBox="1"/>
          <p:nvPr/>
        </p:nvSpPr>
        <p:spPr>
          <a:xfrm>
            <a:off x="439615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EmitterToolbar.vue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B0456B-D52C-3E8A-3A1A-C3EAC0F364B2}"/>
              </a:ext>
            </a:extLst>
          </p:cNvPr>
          <p:cNvSpPr txBox="1"/>
          <p:nvPr/>
        </p:nvSpPr>
        <p:spPr>
          <a:xfrm>
            <a:off x="6275293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FirstToolbar.vue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E7433B-F301-0A2B-6595-C59B6D0CA354}"/>
              </a:ext>
            </a:extLst>
          </p:cNvPr>
          <p:cNvSpPr/>
          <p:nvPr/>
        </p:nvSpPr>
        <p:spPr>
          <a:xfrm>
            <a:off x="7736542" y="2420472"/>
            <a:ext cx="201544" cy="753034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DAE01C-CBDE-6BFF-D0D7-3223417EEC1D}"/>
              </a:ext>
            </a:extLst>
          </p:cNvPr>
          <p:cNvSpPr txBox="1"/>
          <p:nvPr/>
        </p:nvSpPr>
        <p:spPr>
          <a:xfrm>
            <a:off x="267020" y="3862177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ForceToolbar.vue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BDF615A-FD6E-5ABD-AD7F-D01BB72F402C}"/>
              </a:ext>
            </a:extLst>
          </p:cNvPr>
          <p:cNvSpPr/>
          <p:nvPr/>
        </p:nvSpPr>
        <p:spPr>
          <a:xfrm>
            <a:off x="1557830" y="5482041"/>
            <a:ext cx="279401" cy="813811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2811359-DB41-F9FD-70F4-7DA96DD15219}"/>
              </a:ext>
            </a:extLst>
          </p:cNvPr>
          <p:cNvSpPr txBox="1"/>
          <p:nvPr/>
        </p:nvSpPr>
        <p:spPr>
          <a:xfrm>
            <a:off x="6275293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Header.vue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D556C26-2E2D-71C8-A366-9491B8D9CC9E}"/>
              </a:ext>
            </a:extLst>
          </p:cNvPr>
          <p:cNvSpPr/>
          <p:nvPr/>
        </p:nvSpPr>
        <p:spPr>
          <a:xfrm>
            <a:off x="6275293" y="4266882"/>
            <a:ext cx="5334414" cy="206506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5ABDFA1-AC58-4E08-043D-5A6BFFB76E01}"/>
              </a:ext>
            </a:extLst>
          </p:cNvPr>
          <p:cNvSpPr/>
          <p:nvPr/>
        </p:nvSpPr>
        <p:spPr>
          <a:xfrm>
            <a:off x="1557830" y="2620383"/>
            <a:ext cx="235112" cy="5531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52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905E-4243-A44C-2B36-A3C34F4B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9A230CF-2628-4D26-25EC-275F572C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489" y="4229543"/>
            <a:ext cx="5308600" cy="25049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840084-E902-4E03-2DAD-336AE0FD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21" y="1282325"/>
            <a:ext cx="5369446" cy="25532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5E0A79-5C08-176D-AD94-C13DB9380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33" y="4208709"/>
            <a:ext cx="5369446" cy="25476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2B0B7F-979C-19AA-C3B8-2A75795D9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860" y="1375959"/>
            <a:ext cx="5369859" cy="25506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EC58706-6A21-F5C9-8DC0-19C963884AC5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BEBBA1-EBB1-C3EF-7B4B-2B6701ADABBD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3C30B1-CA69-CF9A-CD1C-151A3A330A8E}"/>
              </a:ext>
            </a:extLst>
          </p:cNvPr>
          <p:cNvSpPr txBox="1"/>
          <p:nvPr/>
        </p:nvSpPr>
        <p:spPr>
          <a:xfrm>
            <a:off x="439615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hoverInfoPanel.vue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9DD74A-4D18-72D8-1584-CF9A435CBA5E}"/>
              </a:ext>
            </a:extLst>
          </p:cNvPr>
          <p:cNvSpPr txBox="1"/>
          <p:nvPr/>
        </p:nvSpPr>
        <p:spPr>
          <a:xfrm>
            <a:off x="6275293" y="1080565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LeftSidebar.vue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66EA274-B856-F52E-F4A4-C32131C9F8B0}"/>
              </a:ext>
            </a:extLst>
          </p:cNvPr>
          <p:cNvSpPr/>
          <p:nvPr/>
        </p:nvSpPr>
        <p:spPr>
          <a:xfrm>
            <a:off x="6366860" y="1527940"/>
            <a:ext cx="1351752" cy="2398701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FF1FC5-8AA1-E260-38F0-49B1E0F83708}"/>
              </a:ext>
            </a:extLst>
          </p:cNvPr>
          <p:cNvSpPr txBox="1"/>
          <p:nvPr/>
        </p:nvSpPr>
        <p:spPr>
          <a:xfrm>
            <a:off x="267020" y="3862177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LibrariesSection.vue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90FACD9-52A3-5E8C-E74F-167821362041}"/>
              </a:ext>
            </a:extLst>
          </p:cNvPr>
          <p:cNvSpPr/>
          <p:nvPr/>
        </p:nvSpPr>
        <p:spPr>
          <a:xfrm>
            <a:off x="267020" y="5257923"/>
            <a:ext cx="1319733" cy="1115983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42FF9D-CC65-1367-2C43-EDCDBE8ECA10}"/>
              </a:ext>
            </a:extLst>
          </p:cNvPr>
          <p:cNvSpPr txBox="1"/>
          <p:nvPr/>
        </p:nvSpPr>
        <p:spPr>
          <a:xfrm>
            <a:off x="6275293" y="4000064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MarkDetailPanel.vue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96E87A2-AF8F-5997-D76A-34FD6EC6543E}"/>
              </a:ext>
            </a:extLst>
          </p:cNvPr>
          <p:cNvSpPr/>
          <p:nvPr/>
        </p:nvSpPr>
        <p:spPr>
          <a:xfrm>
            <a:off x="7644975" y="4229542"/>
            <a:ext cx="1373519" cy="2526858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186073-28CF-4A6C-697B-54C3B9133372}"/>
              </a:ext>
            </a:extLst>
          </p:cNvPr>
          <p:cNvSpPr/>
          <p:nvPr/>
        </p:nvSpPr>
        <p:spPr>
          <a:xfrm>
            <a:off x="4602412" y="3019208"/>
            <a:ext cx="776412" cy="816400"/>
          </a:xfrm>
          <a:prstGeom prst="roundRect">
            <a:avLst>
              <a:gd name="adj" fmla="val 743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69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4951-A9AC-C5EF-9C0B-FC9B53E1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1388D81-E186-0277-59D5-4FCAFD941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6" y="4162537"/>
            <a:ext cx="5432612" cy="25720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043DD66-8BF3-84C9-1D59-28D928595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194" y="1330612"/>
            <a:ext cx="5308600" cy="25049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9F2E39-3A4E-A2F0-E92B-ADAD19BC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489" y="4229543"/>
            <a:ext cx="5308600" cy="25049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40D09F-7D0C-B6AA-E65B-FEBFB28EE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21" y="1282325"/>
            <a:ext cx="5369446" cy="25532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C9B92F-64E4-E675-0F7A-BF412CA24517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D09042-1CDA-F084-0ADE-A964CF8849D9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3B4866-4DCE-AA0B-F9C4-3E69A589D9A6}"/>
              </a:ext>
            </a:extLst>
          </p:cNvPr>
          <p:cNvSpPr txBox="1"/>
          <p:nvPr/>
        </p:nvSpPr>
        <p:spPr>
          <a:xfrm>
            <a:off x="267020" y="989202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MarkDetailToggle.vue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F1183-1668-4714-4C7C-47F50289F803}"/>
              </a:ext>
            </a:extLst>
          </p:cNvPr>
          <p:cNvSpPr txBox="1"/>
          <p:nvPr/>
        </p:nvSpPr>
        <p:spPr>
          <a:xfrm>
            <a:off x="6275293" y="1029563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MarkerCanvasArea.vue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31F34D-CCDF-50EB-1EB7-F31F2A2A7DCB}"/>
              </a:ext>
            </a:extLst>
          </p:cNvPr>
          <p:cNvSpPr/>
          <p:nvPr/>
        </p:nvSpPr>
        <p:spPr>
          <a:xfrm flipH="1">
            <a:off x="7718612" y="2968625"/>
            <a:ext cx="1227268" cy="893552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D81B76-3ED0-671F-6193-8C3FCE5BB110}"/>
              </a:ext>
            </a:extLst>
          </p:cNvPr>
          <p:cNvSpPr txBox="1"/>
          <p:nvPr/>
        </p:nvSpPr>
        <p:spPr>
          <a:xfrm>
            <a:off x="267020" y="3862177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MarkerObjectActionButtons.vue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99EFC29-37DD-59D4-4C31-CABC9E810B94}"/>
              </a:ext>
            </a:extLst>
          </p:cNvPr>
          <p:cNvSpPr/>
          <p:nvPr/>
        </p:nvSpPr>
        <p:spPr>
          <a:xfrm>
            <a:off x="2223247" y="5310807"/>
            <a:ext cx="788119" cy="677618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6723A2-BF5B-C130-BA67-74CFF5E11DCD}"/>
              </a:ext>
            </a:extLst>
          </p:cNvPr>
          <p:cNvSpPr txBox="1"/>
          <p:nvPr/>
        </p:nvSpPr>
        <p:spPr>
          <a:xfrm>
            <a:off x="6275293" y="3965261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MarkerToolbar.vue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B245FDC-B703-612A-213A-8D5779F97266}"/>
              </a:ext>
            </a:extLst>
          </p:cNvPr>
          <p:cNvSpPr/>
          <p:nvPr/>
        </p:nvSpPr>
        <p:spPr>
          <a:xfrm>
            <a:off x="7956550" y="5673165"/>
            <a:ext cx="1061944" cy="180672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CDA1A64-EF74-E8FB-64AA-013C53C60C76}"/>
              </a:ext>
            </a:extLst>
          </p:cNvPr>
          <p:cNvSpPr/>
          <p:nvPr/>
        </p:nvSpPr>
        <p:spPr>
          <a:xfrm>
            <a:off x="1516953" y="2317750"/>
            <a:ext cx="121347" cy="650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706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1CA7-4DE8-80F1-2F56-1A9F49CA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50113CA9-9A14-F9D8-B8FB-3195E3B17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03" y="4235251"/>
            <a:ext cx="5416181" cy="25726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48FED9-657F-8D5D-279F-8F56F60BC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19" y="4175993"/>
            <a:ext cx="5308599" cy="25160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2078A9E-9E63-FFBB-4061-E2A59BB14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766" y="1296979"/>
            <a:ext cx="5635213" cy="26708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8928D2-9F06-462B-612A-DE6F753E7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21" y="1282325"/>
            <a:ext cx="5369446" cy="25532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1DB5A6-106C-BC61-EC8D-BC315D47AECE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771413-B9A4-C30A-FC95-ECD1FC3E30A8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A94B0-3579-A21A-70EC-EAA8370138C4}"/>
              </a:ext>
            </a:extLst>
          </p:cNvPr>
          <p:cNvSpPr txBox="1"/>
          <p:nvPr/>
        </p:nvSpPr>
        <p:spPr>
          <a:xfrm>
            <a:off x="267020" y="989202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MarksSection.vue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0FABB6-FA23-1F03-2692-2D8F9A2E1893}"/>
              </a:ext>
            </a:extLst>
          </p:cNvPr>
          <p:cNvSpPr txBox="1"/>
          <p:nvPr/>
        </p:nvSpPr>
        <p:spPr>
          <a:xfrm>
            <a:off x="6275293" y="1029563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NumericColorStopsEditor.vue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BDFC85B-1E5D-7980-B786-65054B1DC968}"/>
              </a:ext>
            </a:extLst>
          </p:cNvPr>
          <p:cNvSpPr/>
          <p:nvPr/>
        </p:nvSpPr>
        <p:spPr>
          <a:xfrm flipH="1">
            <a:off x="7691716" y="1685365"/>
            <a:ext cx="1264023" cy="744070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55E3E5-2EE2-D021-84E3-4DD2AD8A62EF}"/>
              </a:ext>
            </a:extLst>
          </p:cNvPr>
          <p:cNvSpPr txBox="1"/>
          <p:nvPr/>
        </p:nvSpPr>
        <p:spPr>
          <a:xfrm>
            <a:off x="267020" y="3862177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ObjectActionButtons.vue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31D2672-62F2-B79A-94BF-A5F97CEEE482}"/>
              </a:ext>
            </a:extLst>
          </p:cNvPr>
          <p:cNvSpPr/>
          <p:nvPr/>
        </p:nvSpPr>
        <p:spPr>
          <a:xfrm>
            <a:off x="3438525" y="4701576"/>
            <a:ext cx="736226" cy="603849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C1A5788-06AE-7D20-4109-4A2B0821B9E9}"/>
              </a:ext>
            </a:extLst>
          </p:cNvPr>
          <p:cNvSpPr txBox="1"/>
          <p:nvPr/>
        </p:nvSpPr>
        <p:spPr>
          <a:xfrm>
            <a:off x="6275293" y="3965261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ObjectColorPicker.vue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8B9E4D4-4108-CFF1-C0DC-33A7843945EF}"/>
              </a:ext>
            </a:extLst>
          </p:cNvPr>
          <p:cNvSpPr/>
          <p:nvPr/>
        </p:nvSpPr>
        <p:spPr>
          <a:xfrm>
            <a:off x="8669765" y="5434731"/>
            <a:ext cx="285974" cy="222657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7526EE5-AB43-9A38-24D4-BF18DD7D474F}"/>
              </a:ext>
            </a:extLst>
          </p:cNvPr>
          <p:cNvSpPr/>
          <p:nvPr/>
        </p:nvSpPr>
        <p:spPr>
          <a:xfrm>
            <a:off x="267020" y="1981532"/>
            <a:ext cx="1358264" cy="650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5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7F4FC-333C-8824-CF17-3C87A261E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0BE28758-592B-0DE2-8D8E-B432BFBD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611" y="1296980"/>
            <a:ext cx="5566760" cy="264711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66629F0-B4F0-F6F0-CA12-9F6FD4C3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766" y="4256138"/>
            <a:ext cx="5471605" cy="26018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47D195-0A36-1C2D-8FA3-E63DCF0D8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95" y="4114579"/>
            <a:ext cx="5635213" cy="2673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A4F09A-275E-7A2A-DFCE-DC07E1E12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19" y="1259436"/>
            <a:ext cx="5611486" cy="26537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916F8E-F06A-F9B7-0254-4CAE502CDF80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324259-38E4-780B-262B-2A1382166B25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0A54EF-677C-E354-DCDF-47A4BC37387D}"/>
              </a:ext>
            </a:extLst>
          </p:cNvPr>
          <p:cNvSpPr txBox="1"/>
          <p:nvPr/>
        </p:nvSpPr>
        <p:spPr>
          <a:xfrm>
            <a:off x="267020" y="989202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paperCanvas.vue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09236D-6FF5-D3A2-3108-C6B3FDFAF97A}"/>
              </a:ext>
            </a:extLst>
          </p:cNvPr>
          <p:cNvSpPr txBox="1"/>
          <p:nvPr/>
        </p:nvSpPr>
        <p:spPr>
          <a:xfrm>
            <a:off x="6275293" y="1029563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SegmentButtons.vue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BD745D6-8B5E-F3BD-90B7-E0B94D97C2F8}"/>
              </a:ext>
            </a:extLst>
          </p:cNvPr>
          <p:cNvSpPr/>
          <p:nvPr/>
        </p:nvSpPr>
        <p:spPr>
          <a:xfrm flipH="1">
            <a:off x="11039474" y="1542490"/>
            <a:ext cx="583264" cy="372035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E539B0-CB0D-0024-0D37-668069FADAC2}"/>
              </a:ext>
            </a:extLst>
          </p:cNvPr>
          <p:cNvSpPr txBox="1"/>
          <p:nvPr/>
        </p:nvSpPr>
        <p:spPr>
          <a:xfrm>
            <a:off x="267020" y="3862177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SettingsPanel.vue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4AB0F5-3DF0-49FB-A3DD-17B2FF9B7D35}"/>
              </a:ext>
            </a:extLst>
          </p:cNvPr>
          <p:cNvSpPr/>
          <p:nvPr/>
        </p:nvSpPr>
        <p:spPr>
          <a:xfrm>
            <a:off x="4524374" y="4847625"/>
            <a:ext cx="1266825" cy="1334100"/>
          </a:xfrm>
          <a:prstGeom prst="roundRect">
            <a:avLst>
              <a:gd name="adj" fmla="val 286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E894233-93BF-6BD1-90D8-573E799C1215}"/>
              </a:ext>
            </a:extLst>
          </p:cNvPr>
          <p:cNvSpPr txBox="1"/>
          <p:nvPr/>
        </p:nvSpPr>
        <p:spPr>
          <a:xfrm>
            <a:off x="6275293" y="3965261"/>
            <a:ext cx="3276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TableData.vue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2FA3968-1476-B78C-EB92-8068B49D1D77}"/>
              </a:ext>
            </a:extLst>
          </p:cNvPr>
          <p:cNvSpPr/>
          <p:nvPr/>
        </p:nvSpPr>
        <p:spPr>
          <a:xfrm>
            <a:off x="6275293" y="4450012"/>
            <a:ext cx="1297082" cy="1111009"/>
          </a:xfrm>
          <a:prstGeom prst="roundRect">
            <a:avLst>
              <a:gd name="adj" fmla="val 1004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19317CD-E48C-0989-88B6-DC7944492FFD}"/>
              </a:ext>
            </a:extLst>
          </p:cNvPr>
          <p:cNvSpPr/>
          <p:nvPr/>
        </p:nvSpPr>
        <p:spPr>
          <a:xfrm>
            <a:off x="1653101" y="1406525"/>
            <a:ext cx="4225403" cy="2493195"/>
          </a:xfrm>
          <a:prstGeom prst="roundRect">
            <a:avLst>
              <a:gd name="adj" fmla="val 597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112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EF0A-62CC-F17D-591B-C2860A76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769B2AB-A0BD-EAF0-8141-9C81FC76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2" y="1447323"/>
            <a:ext cx="8343900" cy="39633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8949A5-FF01-58C9-A3DF-BEC4EE33EBCC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A22702-21D5-8140-83C4-DF2299241AEA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编辑器组件对照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55CB39-AF6E-11DB-B36E-A8629B53661F}"/>
              </a:ext>
            </a:extLst>
          </p:cNvPr>
          <p:cNvSpPr txBox="1"/>
          <p:nvPr/>
        </p:nvSpPr>
        <p:spPr>
          <a:xfrm>
            <a:off x="267020" y="989202"/>
            <a:ext cx="2967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TutorialOverlay.vue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5DE4DC7-A9AA-B6B5-C40B-C5B516DBDFEF}"/>
              </a:ext>
            </a:extLst>
          </p:cNvPr>
          <p:cNvSpPr/>
          <p:nvPr/>
        </p:nvSpPr>
        <p:spPr>
          <a:xfrm>
            <a:off x="946151" y="1420070"/>
            <a:ext cx="8416923" cy="3963353"/>
          </a:xfrm>
          <a:prstGeom prst="roundRect">
            <a:avLst>
              <a:gd name="adj" fmla="val 320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2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CC637-96CD-AEAF-21A7-F1BF6579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166A865-8357-165E-1BCF-D0C69879DC20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3BAC99-D443-077A-098C-062AF1E2CE2C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——store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对应存储信息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7FCEF3-0E4B-D1C2-88CD-B6A33192E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57" y="1007100"/>
            <a:ext cx="1914792" cy="5553850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C7E4F51-D45C-3187-2B8A-E5452157B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73373"/>
              </p:ext>
            </p:extLst>
          </p:nvPr>
        </p:nvGraphicFramePr>
        <p:xfrm>
          <a:off x="3550385" y="1007100"/>
          <a:ext cx="3873500" cy="502794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1296984087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2406486170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animation.ts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动画的逻辑和所有相关状态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3112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background.ts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背景的存储与相关逻辑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027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bezierDrawing.ts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Emitter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的绘制逻辑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7214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brushsize.ts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画笔大小的逻辑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8586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canvas.ts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Fabricjs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主画布的所有逻辑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9883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canvasMode.ts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切换主画布的操作模式，包括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'draw' | 'move' | 'erase' | '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rect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 | 'ellipse' | '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bezier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 | 'force' | '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segmentPoint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6847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collageSeries.ts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存储右边栏整个交互的历史信息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41338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colorpicker.ts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取色器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73502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container.ts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Library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container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信息存储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78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containerAnimation.ts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主要是用来处理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run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过程中的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container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的动画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3546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forceDrawing.ts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力的绘制逻辑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043429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hoverlnfoPanel.ts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信息悬浮窗的逻辑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64913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marker.ts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Library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信息存储</a:t>
                      </a:r>
                    </a:p>
                    <a:p>
                      <a:pPr algn="l"/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97861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8A24F06-EEDD-C2EF-1059-05DF0E41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450150"/>
              </p:ext>
            </p:extLst>
          </p:nvPr>
        </p:nvGraphicFramePr>
        <p:xfrm>
          <a:off x="7561369" y="1007100"/>
          <a:ext cx="3873500" cy="5027945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1296984087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2406486170"/>
                    </a:ext>
                  </a:extLst>
                </a:gridCol>
              </a:tblGrid>
              <a:tr h="382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markerCanvas.ts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绘制自定义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的画布逻辑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41142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markerCanvasMode.ts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自定义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画布的操作模式，跟主画布的应该差不多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20017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markerObjectActions.ts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自定义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画布中对象的操作按钮逻辑。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995319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markerShapeDrawing.ts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在自定义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画布中绘制圆和矩形的逻辑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31129"/>
                  </a:ext>
                </a:extLst>
              </a:tr>
              <a:tr h="418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markinstance.ts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存储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marksection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0272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objectActions.ts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主画布对象的操作按钮逻辑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72141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objectColorPicker.ts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操作按钮中的取色器</a:t>
                      </a: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8586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paperExport.ts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导出结果的逻辑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98830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selectedMode.ts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Container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emitter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force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的模式切换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6847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shapeDrawing.ts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主画布绘制圆和矩形的逻辑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41338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数据表的存储和逻辑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73502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tutorial.ts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7805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userstudy.ts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用户实验页的数据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635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207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9332-8A9F-1DDF-96B6-C1338EFD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1130637-5C6C-94E4-5F3E-D778859FEA8C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A6E44A-9426-62C4-22DA-96678408E79E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——server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0511BF5-8DB1-8391-0775-9805C3600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4830"/>
              </p:ext>
            </p:extLst>
          </p:nvPr>
        </p:nvGraphicFramePr>
        <p:xfrm>
          <a:off x="6768352" y="2157295"/>
          <a:ext cx="3873500" cy="3481433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1296984087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2406486170"/>
                    </a:ext>
                  </a:extLst>
                </a:gridCol>
              </a:tblGrid>
              <a:tr h="382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processDataApi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运行的接口，负责将前端信息转化为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dsl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并触发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collage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41142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fetchProgressApi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运行过程中的回调接口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20017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uploadContainerApi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上传黑白容器图的处理接口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995319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markerDropApi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拖拽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到容器的接口，主要负责初始化位置计算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131129"/>
                  </a:ext>
                </a:extLst>
              </a:tr>
              <a:tr h="418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getRenderTxtApi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在运行之前获取所有上色标准化的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mark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0272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segmentAll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全部分割，访问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http://175.178.152.10:2616/segmentAll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72141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segmentPoint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通过输入单个位置点进行分割，访问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/>
                        </a:rPr>
                        <a:t>http://175.178.152.10:2616/segmentPoint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685864"/>
                  </a:ext>
                </a:extLst>
              </a:tr>
              <a:tr h="384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9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/images</a:t>
                      </a:r>
                    </a:p>
                    <a:p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Dataset</a:t>
                      </a: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页面的数据接口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9883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88BE5B16-C02C-2436-AB3B-4D16BC984CAE}"/>
              </a:ext>
            </a:extLst>
          </p:cNvPr>
          <p:cNvSpPr txBox="1"/>
          <p:nvPr/>
        </p:nvSpPr>
        <p:spPr>
          <a:xfrm>
            <a:off x="1111623" y="3441366"/>
            <a:ext cx="272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utils.py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工具类函数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9122F7-A3C1-BCDD-FC24-AA8A9A54AEA1}"/>
              </a:ext>
            </a:extLst>
          </p:cNvPr>
          <p:cNvSpPr txBox="1"/>
          <p:nvPr/>
        </p:nvSpPr>
        <p:spPr>
          <a:xfrm>
            <a:off x="1111623" y="3059668"/>
            <a:ext cx="285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server.py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服务入口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0266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A60B-D7D5-02B2-FCB7-E51A1E7E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FA559B-AA23-E47C-F29E-3CE1ABCAC53B}"/>
              </a:ext>
            </a:extLst>
          </p:cNvPr>
          <p:cNvSpPr txBox="1"/>
          <p:nvPr/>
        </p:nvSpPr>
        <p:spPr>
          <a:xfrm>
            <a:off x="439615" y="404446"/>
            <a:ext cx="3341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Unitopia_2.0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3368C7-C085-CAB1-8734-B12E9E248F9E}"/>
              </a:ext>
            </a:extLst>
          </p:cNvPr>
          <p:cNvSpPr txBox="1"/>
          <p:nvPr/>
        </p:nvSpPr>
        <p:spPr>
          <a:xfrm>
            <a:off x="3011366" y="389792"/>
            <a:ext cx="51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系统运行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BAFBAB-5EED-1390-4BE1-4A57EC51C8C0}"/>
              </a:ext>
            </a:extLst>
          </p:cNvPr>
          <p:cNvSpPr txBox="1"/>
          <p:nvPr/>
        </p:nvSpPr>
        <p:spPr>
          <a:xfrm>
            <a:off x="1200712" y="1428103"/>
            <a:ext cx="10362638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用户在页面交互，将状态记录在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stores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的时候，在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server.ts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会触发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collectAllSlidesData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，收集当前任务的所有层级的状态。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在后端接收这些信息，转化为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输入到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unitopia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-lib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运行库。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运行库返回信息，包括当前进度，每个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的形态信息。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前端重新绘制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mark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266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934</Words>
  <Application>Microsoft Office PowerPoint</Application>
  <PresentationFormat>宽屏</PresentationFormat>
  <Paragraphs>175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XH F</dc:creator>
  <cp:lastModifiedBy>XH F</cp:lastModifiedBy>
  <cp:revision>74</cp:revision>
  <dcterms:created xsi:type="dcterms:W3CDTF">2026-05-11T06:59:44Z</dcterms:created>
  <dcterms:modified xsi:type="dcterms:W3CDTF">2026-05-12T05:57:46Z</dcterms:modified>
</cp:coreProperties>
</file>